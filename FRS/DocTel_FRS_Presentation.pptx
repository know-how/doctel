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5B88FF"/>
                </a:solidFill>
              </a:defRPr>
            </a:pPr>
            <a:r>
              <a:t>DocTel (DocIntel)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Document Analysis &amp; AI-Powered Insights System</a:t>
            </a:r>
          </a:p>
          <a:p>
            <a:r>
              <a:t>Functional Requirement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9696"/>
                </a:solidFill>
              </a:defRPr>
            </a:pPr>
            <a:r>
              <a:t>May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🎯 Purpose: Enable document intelligence through AI-powered analysis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📤 Upload: Support PDF, DOCX, TXT formats with metadata tagging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Analysis: Auto-generate summaries, entities, sentiment, topics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💡 Prompts: Generate 3-5 context-specific questions per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❓ Q&amp;A: RAG-powered answers with source citations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🔐 Security: Role-based access control, encrypted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Multi-Format Document Support (PDF, DOCX, TXT)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Automatic Executive Summaries (up to 10 sentences)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Detailed Analysis with Bullet Points &amp; Key Insights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Entity Extraction (People, Places, Dates, Concepts)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Sentiment Analysis (Positive, Neutral, Negative, Urgent)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AI-Generated Suggested Questions (3-5 per document)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✓ Chat Interface with RAG-Powered Answers &amp;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🌐 Frontend: React + Vite (Web) | React Native (Mobile)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Backend: FastAPI (Python) with async/await processing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🗄️  Database: PostgreSQL + Chroma Vector Store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🤖 LLM Layer: Ollama (local) + Gemini API (cloud fallback)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🔐 Auth: Email OTP + Active Directory integration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Model Router: Intelligent fallback chain selection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Processing: Async ingestion worker for concurrent jobs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Document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1️⃣  User uploads document (PDF/DOCX/TXT)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2️⃣  System validates format and generates hash (SHA256)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3️⃣  Extract text using format-specific parser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4️⃣  Split into chunks (500-1000 tokens with overlap)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5️⃣  Generate embeddings for each chunk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6️⃣  Store embeddings in Chroma vector database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7️⃣  Trigger analysis (summaries, entities, sentiment, prompts)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8️⃣  Mark document as 'analysis_ready = true'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Document Analysis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📝 Executive Summary: Concise 5-10 sentence overview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📋 Detailed Summary: Structured sections with bullet points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👥 Entity Extraction: People, organizations, dates, locations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😊 Sentiment Analysis: Positive/Neutral/Negative/Urgent classification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🏷️  Topic Extraction: Main themes with relevance scores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✅ Action Items: Extracted tasks with owners and deadlines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🎯 Decisions: Approved actions and policy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Intelligent Prompt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🔧 Automatic Generation: 3-5 context-specific questions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📚 Document Type Aware: Different questions for policies vs reports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🎯 Domain Specific: ZETDC terminology (SCADA, transformers, feeders)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💡 Examples: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Policy: 'What are the compliance requirements?'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Report: 'What are the key metrics?'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Minutes: 'What action items were assigned?'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✨ Users click questions or type custom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RAG Question Answering with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1️⃣  User asks question about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2️⃣  System converts question to embedding vector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3️⃣  Vector search in Chroma DB retrieves top-K chunks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4️⃣  Chunks ranked by semantic relevance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5️⃣  Context assembled from relevant chunks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6️⃣  LLM generates answer using context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7️⃣  Answer includes inline citations: [Doc: filename, chunk N]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8️⃣  Citations clickable to view source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User Workflow: Upload &amp; Analyze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📤 Step 1: User clicks 'Upload Document' (or drag-drop)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📋 Step 2: Select file, project, document type, add tags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⏳ Step 3: System processes (progress bar shows: Extracting → Embedding → Summarizing)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Step 4: View analysis dashboard with: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Executive summary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Key insights (entities, sentiment, themes, actions)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3-5 suggested questions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✅ Step 5: Document ready for Q&amp;A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User Workflow: Ask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📖 Option A - Use Suggested Prompt: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Click one of 3-5 pre-generated questions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System auto-submits and shows answer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✏️  Option B - Ask Custom Question: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Type question in 'Ask about this document...' box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Press Enter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System searches document and generates answer with citations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💬 Step 4: Chat history maintained for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Project-Level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📁 Group Related Documents: Create projects for themes/periods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📤 Bulk Upload: Upload 3+ related documents together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Cross-Document Search: Ask questions about entire project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Comparison Analysis: Compare metrics/findings across documents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📑 Multi-Document Reports: Generate synthesis reports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🔗 Document Relationships: Track connections between documents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👥 Team Collaboration: Share projects with team members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Data Model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👤 Users: Username, email, role (admin/analyst/viewer)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📁 Projects: Contains related documents, has members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📄 Documents: File metadata, ingestion status, analysis results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DocAnalysis: Summaries, entities, sentiment, topics, actions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🧩 Chunks: Text pieces with embeddings for vector search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🎯 SuggestedPrompts: 3-5 questions generated per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💬 Sessions &amp; Messages: Chat history with citations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Security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🔐 Authentication: Email OTP (primary) or Active Directory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👮 Role-Based Access (RBAC):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Admin: Full system control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Analyst: Create/upload documents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 • Viewer: Read-only access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🔒 Data Protection: TLS encryption in transit, configurable at-rest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📋 Audit Logging: All document access logged with timestamp/user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🔑 API Security: Token-based auth (24-hour expiry)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Performance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Document Upload: 2-5 seconds (10-page PDF)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Text Extraction: 3-10 seconds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Embedding Generation: 10-20 seconds per 10 chunks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Complete Analysis: 30-60 seconds for 10-page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RAG Answer: 3-10 seconds (vector search + LLM)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🚀 Concurrency: Support 100+ concurrent users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🔄 Processing: 5 documents ingesting simultaneously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LLM &amp; Model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🤖 Primary: Ollama (Local models - privacy-first)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☁️  Fallback: Gemini API (when local unavailable)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🔄 Model Router: Intelligent selection with fallback chain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📦 Supported Models: Llama2, Mistral, Neural-Chat, etc.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Configuration: Per-task model selection + temperature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💾 Model Cache: Local model inventory with status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🚀 Auto-Fallback: If model unavailable, try next in chain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Error Handling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Unsupported Format: Reject with 422 status + helpful message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Embedding Failed: Auto-retry up to 3 times, then queue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Model Unavailable: Fallback to next model in chain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DB Connection Lost: Automatic retry with exponential backoff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No Relevant Chunks: Helpful message + suggest rephrasing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❌ Document Not Found: 404 with list of available documents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✅ All errors logged for debugging and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🐍 Backend: Python 3.10+ with FastAPI framework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🗄️  Database: PostgreSQL 14+ with SQLAlchemy ORM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Vector Store: Chroma for embeddings and semantic search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🎨 Frontend: React 18 + Vite + TypeScript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📱 Mobile: React Native with Expo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🤖 LLM: Ollama + Gemini API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🔐 Auth: Email (SMTP) + LDAP/AD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🔄 Load Balancer: Nginx distributing traffic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🏢 App Servers: Multiple FastAPI instances (horizontal scaling)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💾 Database: PostgreSQL with connection pooling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🤖 LLM Services: Ollama containers + Gemini cloud API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🧬 Vector DB: Chroma instance shared by app servers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Background: Ingestion worker processes documents async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Monitoring: Logging, metrics, alerts (configurable)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Key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📤 POST /api/documents/upload - Upload new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📖 GET /api/documents/{doc_id} - Get document details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❓ POST /api/documents/{doc_id}/ask - Ask about document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POST /api/projects/{proj_id}/ask - Cross-document query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📁 GET /api/projects - List user's projects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GET /api/models/available - List available models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💬 GET /api/sessions/{sess_id}/messages - Chat history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Document Ingestion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[Upload] → [Validate] → [Store DB] → [Extract Text]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         ↓          ↓        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[Split into Chunks] → [Generate Embeddings] → [Chroma]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[Generate Analysis]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├─ Executive Summary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├─ Entity Extraction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├─ Sentiment Analysis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├─ Topic Extraction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└─ Generate Prompts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[Ready for Q&amp;A]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Question Answering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[User Question] → [Embed Question]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[Vector Search in Chroma] → [Retrieve Top Chunks]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[Assemble Context] → [Select LLM Model]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[Generate Answer] ← [Ollama/Gemini]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[Extract Citations] → [Store in Chat History]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  ↓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[Return to User with Citations]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System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Embedding Model: nomic-embed-text (384 dimensions)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Chunk Size: 1000 tokens with 200-token overlap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Vector Search K: 6 most relevant chunks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LLM Temperature: 0.7 (balanced creativity/accuracy)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Token Expiry: 24 hours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OTP Validity: 15 minutes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⚙️  Max File Size: 100 MB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📋 Policy Review: Upload company policies, ask specific questions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📊 Report Analysis: Summarize quarterly reports, compare metrics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📝 Meeting Minutes: Extract action items and decisions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Compliance Audit: Search all policies for specific requirements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🎓 Knowledge Base: Team learns from document repository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📑 Cross-Reference: Find related documents automatically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🏗️  Infrastructure Planning: Analyze technical specifications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Phase 2 &amp; 3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🔮 Multi-Document Reports: Auto-generate synthesis documents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🎨 Diagram Generation: Auto-create flowcharts, network diagrams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📋 Policy Generation: AI-assisted policy draft creation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🤖 Fine-Tuned Models: Domain-specific model training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🔗 Integration APIs: Salesforce, SharePoint, Slack connectors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📱 Full Mobile App: React Native offline support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🌐 Global Search: Full-text + semantic search across all docs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⏱️  70% Reduction in document review time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🔍 90% Improvement in information discoverability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⚡ Faster decision-making with AI insights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✅ Better compliance with audit trails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📚 Knowledge preservation and dissemination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💰 ROI within 6 months through time savings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🏆 Competitive advantage in document intelligence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1-2: Environment setup &amp; infrastructure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3-4: Core backend services (ingestion, RAG)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5-6: Frontend development (React)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7-8: Mobile app (React Native)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9-10: Testing &amp; optimization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11-12: Deployment &amp; UAT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📅 Week 13+: Production &amp; Phase 2 planning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Risk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Model Unavailability: Fallback chain + error handling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Data Breach: Encryption + RBAC + audit logging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Performance Issues: Load testing + optimization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User Adoption: Training + documentation + support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Integration Issues: API testing + staged rollout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Scaling Challenges: Horizontal scaling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⚠️  Model Accuracy: Human review + feedback loops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Success Metrics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Document Processing Rate: &gt;1000 docs/month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User Adoption: &gt;80% of target users within 3 months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Average Response Time: &lt;5 seconds for Q&amp;A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System Uptime: &gt;99.5%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User Satisfaction: &gt;4.5/5 star rating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Accuracy: &gt;90% on citation relevance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📈 ROI: 6-month payback period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E7FF"/>
                </a:solidFill>
              </a:defRPr>
            </a:pPr>
            <a:r>
              <a:t>Questions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📞 Technical Support: IT Help Desk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📧 Feature Requests: Product Team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🐛 Bug Reports: DevOps Team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📚 Documentation: Wiki + Help Center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👥 Training: Hands-on sessions scheduled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🎓 Certification: DocTel Power User program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</a:defRPr>
            </a:pPr>
            <a:r>
              <a:t>🔗 Community: Internal Slack channel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DocTel represents a transformational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shift in how organizations interact with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their document repositories.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By combining modern AI, NLP, and enterprise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architecture, we deliver a system that is: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Intelligent • Scalable • Secure • User-Friendly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Ready to empower better decisions through </a:t>
            </a:r>
          </a:p>
          <a:p>
            <a:pPr algn="ctr">
              <a:defRPr sz="2000">
                <a:solidFill>
                  <a:srgbClr val="C8C8C8"/>
                </a:solidFill>
              </a:defRPr>
            </a:pPr>
            <a:r>
              <a:t>    document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